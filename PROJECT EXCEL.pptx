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63" r:id="rId13"/>
    <p:sldId id="271" r:id="rId14"/>
    <p:sldId id="265" r:id="rId15"/>
    <p:sldId id="272" r:id="rId16"/>
    <p:sldId id="273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B51A3-6ABD-4E6D-9217-0169D8550226}" v="11" dt="2026-05-16T13:07:12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yashafi51@gmail.com" userId="991e8729d8c3d1d2" providerId="LiveId" clId="{A38002FE-CC5A-40DF-A274-022D0879FB98}"/>
    <pc:docChg chg="modSld">
      <pc:chgData name="riyashafi51@gmail.com" userId="991e8729d8c3d1d2" providerId="LiveId" clId="{A38002FE-CC5A-40DF-A274-022D0879FB98}" dt="2026-05-16T13:08:14.176" v="50" actId="113"/>
      <pc:docMkLst>
        <pc:docMk/>
      </pc:docMkLst>
      <pc:sldChg chg="modSp mod">
        <pc:chgData name="riyashafi51@gmail.com" userId="991e8729d8c3d1d2" providerId="LiveId" clId="{A38002FE-CC5A-40DF-A274-022D0879FB98}" dt="2026-05-16T13:07:12.845" v="40"/>
        <pc:sldMkLst>
          <pc:docMk/>
          <pc:sldMk cId="1332291891" sldId="257"/>
        </pc:sldMkLst>
        <pc:spChg chg="mod">
          <ac:chgData name="riyashafi51@gmail.com" userId="991e8729d8c3d1d2" providerId="LiveId" clId="{A38002FE-CC5A-40DF-A274-022D0879FB98}" dt="2026-05-16T13:07:12.845" v="40"/>
          <ac:spMkLst>
            <pc:docMk/>
            <pc:sldMk cId="1332291891" sldId="257"/>
            <ac:spMk id="5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43.171" v="45" actId="113"/>
        <pc:sldMkLst>
          <pc:docMk/>
          <pc:sldMk cId="4264977537" sldId="259"/>
        </pc:sldMkLst>
        <pc:spChg chg="mod">
          <ac:chgData name="riyashafi51@gmail.com" userId="991e8729d8c3d1d2" providerId="LiveId" clId="{A38002FE-CC5A-40DF-A274-022D0879FB98}" dt="2026-05-16T13:07:43.171" v="45" actId="113"/>
          <ac:spMkLst>
            <pc:docMk/>
            <pc:sldMk cId="4264977537" sldId="259"/>
            <ac:spMk id="4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55.441" v="46" actId="113"/>
        <pc:sldMkLst>
          <pc:docMk/>
          <pc:sldMk cId="1405850135" sldId="263"/>
        </pc:sldMkLst>
        <pc:spChg chg="mod">
          <ac:chgData name="riyashafi51@gmail.com" userId="991e8729d8c3d1d2" providerId="LiveId" clId="{A38002FE-CC5A-40DF-A274-022D0879FB98}" dt="2026-05-16T13:07:55.441" v="46" actId="113"/>
          <ac:spMkLst>
            <pc:docMk/>
            <pc:sldMk cId="1405850135" sldId="263"/>
            <ac:spMk id="2" creationId="{0EBC44A0-6B1F-448C-2198-F38728B283C6}"/>
          </ac:spMkLst>
        </pc:spChg>
        <pc:spChg chg="mod">
          <ac:chgData name="riyashafi51@gmail.com" userId="991e8729d8c3d1d2" providerId="LiveId" clId="{A38002FE-CC5A-40DF-A274-022D0879FB98}" dt="2026-05-16T13:03:21.698" v="8" actId="255"/>
          <ac:spMkLst>
            <pc:docMk/>
            <pc:sldMk cId="1405850135" sldId="263"/>
            <ac:spMk id="3" creationId="{29D81561-0A75-5435-7F58-F4B07CA4F58C}"/>
          </ac:spMkLst>
        </pc:spChg>
      </pc:sldChg>
      <pc:sldChg chg="modSp mod">
        <pc:chgData name="riyashafi51@gmail.com" userId="991e8729d8c3d1d2" providerId="LiveId" clId="{A38002FE-CC5A-40DF-A274-022D0879FB98}" dt="2026-05-16T13:08:05.205" v="48" actId="113"/>
        <pc:sldMkLst>
          <pc:docMk/>
          <pc:sldMk cId="3480339974" sldId="265"/>
        </pc:sldMkLst>
        <pc:spChg chg="mod">
          <ac:chgData name="riyashafi51@gmail.com" userId="991e8729d8c3d1d2" providerId="LiveId" clId="{A38002FE-CC5A-40DF-A274-022D0879FB98}" dt="2026-05-16T13:04:55.102" v="23" actId="255"/>
          <ac:spMkLst>
            <pc:docMk/>
            <pc:sldMk cId="3480339974" sldId="265"/>
            <ac:spMk id="2" creationId="{E78947DD-36FE-03AF-6CC3-99F3322E0860}"/>
          </ac:spMkLst>
        </pc:spChg>
        <pc:spChg chg="mod">
          <ac:chgData name="riyashafi51@gmail.com" userId="991e8729d8c3d1d2" providerId="LiveId" clId="{A38002FE-CC5A-40DF-A274-022D0879FB98}" dt="2026-05-16T13:08:05.205" v="48" actId="113"/>
          <ac:spMkLst>
            <pc:docMk/>
            <pc:sldMk cId="3480339974" sldId="265"/>
            <ac:spMk id="3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27.454" v="42" actId="113"/>
        <pc:sldMkLst>
          <pc:docMk/>
          <pc:sldMk cId="1484811712" sldId="267"/>
        </pc:sldMkLst>
        <pc:spChg chg="mod">
          <ac:chgData name="riyashafi51@gmail.com" userId="991e8729d8c3d1d2" providerId="LiveId" clId="{A38002FE-CC5A-40DF-A274-022D0879FB98}" dt="2026-05-16T13:07:27.454" v="42" actId="113"/>
          <ac:spMkLst>
            <pc:docMk/>
            <pc:sldMk cId="1484811712" sldId="267"/>
            <ac:spMk id="7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21.089" v="41" actId="113"/>
        <pc:sldMkLst>
          <pc:docMk/>
          <pc:sldMk cId="3529114326" sldId="268"/>
        </pc:sldMkLst>
        <pc:spChg chg="mod">
          <ac:chgData name="riyashafi51@gmail.com" userId="991e8729d8c3d1d2" providerId="LiveId" clId="{A38002FE-CC5A-40DF-A274-022D0879FB98}" dt="2026-05-16T13:07:21.089" v="41" actId="113"/>
          <ac:spMkLst>
            <pc:docMk/>
            <pc:sldMk cId="3529114326" sldId="268"/>
            <ac:spMk id="13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33.459" v="43" actId="113"/>
        <pc:sldMkLst>
          <pc:docMk/>
          <pc:sldMk cId="2341911148" sldId="269"/>
        </pc:sldMkLst>
        <pc:spChg chg="mod">
          <ac:chgData name="riyashafi51@gmail.com" userId="991e8729d8c3d1d2" providerId="LiveId" clId="{A38002FE-CC5A-40DF-A274-022D0879FB98}" dt="2026-05-16T13:07:33.459" v="43" actId="113"/>
          <ac:spMkLst>
            <pc:docMk/>
            <pc:sldMk cId="2341911148" sldId="269"/>
            <ac:spMk id="2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37.694" v="44" actId="113"/>
        <pc:sldMkLst>
          <pc:docMk/>
          <pc:sldMk cId="4123189245" sldId="270"/>
        </pc:sldMkLst>
        <pc:spChg chg="mod">
          <ac:chgData name="riyashafi51@gmail.com" userId="991e8729d8c3d1d2" providerId="LiveId" clId="{A38002FE-CC5A-40DF-A274-022D0879FB98}" dt="2026-05-16T13:07:37.694" v="44" actId="113"/>
          <ac:spMkLst>
            <pc:docMk/>
            <pc:sldMk cId="4123189245" sldId="270"/>
            <ac:spMk id="2" creationId="{00000000-0000-0000-0000-000000000000}"/>
          </ac:spMkLst>
        </pc:spChg>
      </pc:sldChg>
      <pc:sldChg chg="modSp mod">
        <pc:chgData name="riyashafi51@gmail.com" userId="991e8729d8c3d1d2" providerId="LiveId" clId="{A38002FE-CC5A-40DF-A274-022D0879FB98}" dt="2026-05-16T13:07:59.326" v="47" actId="113"/>
        <pc:sldMkLst>
          <pc:docMk/>
          <pc:sldMk cId="2319046984" sldId="271"/>
        </pc:sldMkLst>
        <pc:spChg chg="mod">
          <ac:chgData name="riyashafi51@gmail.com" userId="991e8729d8c3d1d2" providerId="LiveId" clId="{A38002FE-CC5A-40DF-A274-022D0879FB98}" dt="2026-05-16T13:07:59.326" v="47" actId="113"/>
          <ac:spMkLst>
            <pc:docMk/>
            <pc:sldMk cId="2319046984" sldId="271"/>
            <ac:spMk id="2" creationId="{00000000-0000-0000-0000-000000000000}"/>
          </ac:spMkLst>
        </pc:spChg>
        <pc:spChg chg="mod">
          <ac:chgData name="riyashafi51@gmail.com" userId="991e8729d8c3d1d2" providerId="LiveId" clId="{A38002FE-CC5A-40DF-A274-022D0879FB98}" dt="2026-05-16T13:04:23.901" v="17" actId="255"/>
          <ac:spMkLst>
            <pc:docMk/>
            <pc:sldMk cId="2319046984" sldId="271"/>
            <ac:spMk id="5" creationId="{E30680CA-DC7C-FC61-2787-507B2966A08C}"/>
          </ac:spMkLst>
        </pc:spChg>
      </pc:sldChg>
      <pc:sldChg chg="modSp mod">
        <pc:chgData name="riyashafi51@gmail.com" userId="991e8729d8c3d1d2" providerId="LiveId" clId="{A38002FE-CC5A-40DF-A274-022D0879FB98}" dt="2026-05-16T13:08:09.755" v="49" actId="113"/>
        <pc:sldMkLst>
          <pc:docMk/>
          <pc:sldMk cId="3450292331" sldId="272"/>
        </pc:sldMkLst>
        <pc:spChg chg="mod">
          <ac:chgData name="riyashafi51@gmail.com" userId="991e8729d8c3d1d2" providerId="LiveId" clId="{A38002FE-CC5A-40DF-A274-022D0879FB98}" dt="2026-05-16T13:08:09.755" v="49" actId="113"/>
          <ac:spMkLst>
            <pc:docMk/>
            <pc:sldMk cId="3450292331" sldId="272"/>
            <ac:spMk id="2" creationId="{53C329ED-6AE0-C3C5-9567-2DDE180341F6}"/>
          </ac:spMkLst>
        </pc:spChg>
        <pc:spChg chg="mod">
          <ac:chgData name="riyashafi51@gmail.com" userId="991e8729d8c3d1d2" providerId="LiveId" clId="{A38002FE-CC5A-40DF-A274-022D0879FB98}" dt="2026-05-16T13:06:19.428" v="31" actId="404"/>
          <ac:spMkLst>
            <pc:docMk/>
            <pc:sldMk cId="3450292331" sldId="272"/>
            <ac:spMk id="3" creationId="{2D23B87A-FE50-4DA3-D62C-C7451140F651}"/>
          </ac:spMkLst>
        </pc:spChg>
      </pc:sldChg>
      <pc:sldChg chg="modSp mod">
        <pc:chgData name="riyashafi51@gmail.com" userId="991e8729d8c3d1d2" providerId="LiveId" clId="{A38002FE-CC5A-40DF-A274-022D0879FB98}" dt="2026-05-16T13:08:14.176" v="50" actId="113"/>
        <pc:sldMkLst>
          <pc:docMk/>
          <pc:sldMk cId="353375784" sldId="273"/>
        </pc:sldMkLst>
        <pc:spChg chg="mod">
          <ac:chgData name="riyashafi51@gmail.com" userId="991e8729d8c3d1d2" providerId="LiveId" clId="{A38002FE-CC5A-40DF-A274-022D0879FB98}" dt="2026-05-16T13:08:14.176" v="50" actId="113"/>
          <ac:spMkLst>
            <pc:docMk/>
            <pc:sldMk cId="353375784" sldId="273"/>
            <ac:spMk id="3" creationId="{E225E887-2835-6B25-1867-08ECCAD1124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5/16/2026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5/16/2026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5/16/2026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5/16/2026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iyashafi51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SUPPLEMENT SALES ANALYTICS DASHBOARD</a:t>
            </a:r>
            <a:endParaRPr lang="en-US" sz="3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Riya AM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riyashafi51@gmail.com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Used: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Microsoft Excel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Supplement Sales Dataset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000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 &amp; Findings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Challenges Faced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and Future Enhancement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 &amp; Technologies Used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C1AE5-5115-F91C-FC1E-55359535D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platform-wise performance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impact of discounts on sales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professional Excel dashboard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product categories</a:t>
            </a:r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 supplement sales information.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Sold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</a:t>
            </a:r>
          </a:p>
          <a:p>
            <a:pPr marL="1139833" lvl="2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are divided into categories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vary across platforms and countries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affect customer purchasing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(date) helps analyze trends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Units sold indicates product demand</a:t>
            </a:r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3C13EF-5403-748E-F4C6-F875EC093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and blank values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date and numeric columns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Converted dataset into Excel Table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calculated columns: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After Discount 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KPI metrics: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Units Sold 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Discount</a:t>
            </a:r>
          </a:p>
          <a:p>
            <a:pPr lvl="8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Revenue Category</a:t>
            </a:r>
          </a:p>
          <a:p>
            <a:pPr lvl="8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D5FD12-42A6-4E7B-603D-2FF0A81DB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" t="732" b="730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FINDINGS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901BB5-105A-D983-074B-5D487DD2E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Vitamin category generated highest revenue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platforms performed better than others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Discounts influenced sales volume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categories contributed more to total revenue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C44A0-6B1F-448C-2198-F38728B28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81561-0A75-5435-7F58-F4B07CA4F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formatting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dashboard layout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charts and KPI cards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slicers to all visuals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0680CA-DC7C-FC61-2787-507B2966A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profit analysis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sales forecasting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Excel features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dashboard design</a:t>
            </a:r>
          </a:p>
        </p:txBody>
      </p:sp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8947DD-36FE-03AF-6CC3-99F3322E0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 Tables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Pivot Charts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329ED-6AE0-C3C5-9567-2DDE18034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3B87A-FE50-4DA3-D62C-C7451140F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analyze sales performance effectively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filters improve user experience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Excel is a powerful tool for data analysis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29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25E887-2835-6B25-1867-08ECCAD112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337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40</TotalTime>
  <Words>272</Words>
  <Application>Microsoft Office PowerPoint</Application>
  <PresentationFormat>Custom</PresentationFormat>
  <Paragraphs>74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Tech 16x9</vt:lpstr>
      <vt:lpstr>SUPPLEMENT SALES ANALYTICS DASHBOARD</vt:lpstr>
      <vt:lpstr>INTRODUCTION</vt:lpstr>
      <vt:lpstr>PROBLEM STATEMENT</vt:lpstr>
      <vt:lpstr>DATASET OVERVIEW</vt:lpstr>
      <vt:lpstr>DATA UNDERSTANDING</vt:lpstr>
      <vt:lpstr>DATA CLEANING &amp; PREPARATION</vt:lpstr>
      <vt:lpstr>PowerPoint Presentation</vt:lpstr>
      <vt:lpstr>KEY INSIGHTS &amp; FINDINGS</vt:lpstr>
      <vt:lpstr>Challenges Faced</vt:lpstr>
      <vt:lpstr>Future Improvements</vt:lpstr>
      <vt:lpstr>Tools Used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riyashafi51@gmail.com</dc:creator>
  <cp:lastModifiedBy>riyashafi51@gmail.com</cp:lastModifiedBy>
  <cp:revision>1</cp:revision>
  <dcterms:created xsi:type="dcterms:W3CDTF">2026-05-16T12:28:05Z</dcterms:created>
  <dcterms:modified xsi:type="dcterms:W3CDTF">2026-05-16T13:08:14Z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