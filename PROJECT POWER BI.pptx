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74" r:id="rId5"/>
    <p:sldId id="267" r:id="rId6"/>
    <p:sldId id="268" r:id="rId7"/>
    <p:sldId id="269" r:id="rId8"/>
    <p:sldId id="270" r:id="rId9"/>
    <p:sldId id="261" r:id="rId10"/>
    <p:sldId id="259" r:id="rId11"/>
    <p:sldId id="262" r:id="rId12"/>
    <p:sldId id="263" r:id="rId13"/>
    <p:sldId id="277" r:id="rId14"/>
    <p:sldId id="278" r:id="rId15"/>
    <p:sldId id="271" r:id="rId16"/>
    <p:sldId id="276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76D"/>
    <a:srgbClr val="394404"/>
    <a:srgbClr val="5F6F0F"/>
    <a:srgbClr val="718412"/>
    <a:srgbClr val="65741A"/>
    <a:srgbClr val="70811D"/>
    <a:srgbClr val="7B8D1F"/>
    <a:srgbClr val="839721"/>
    <a:srgbClr val="95AB25"/>
    <a:srgbClr val="BC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>
      <p:cViewPr varScale="1">
        <p:scale>
          <a:sx n="82" d="100"/>
          <a:sy n="82" d="100"/>
        </p:scale>
        <p:origin x="470" y="91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yashafi51@gmail.com" userId="991e8729d8c3d1d2" providerId="LiveId" clId="{A38002FE-CC5A-40DF-A274-022D0879FB98}"/>
    <pc:docChg chg="undo custSel modSld">
      <pc:chgData name="riyashafi51@gmail.com" userId="991e8729d8c3d1d2" providerId="LiveId" clId="{A38002FE-CC5A-40DF-A274-022D0879FB98}" dt="2026-05-13T12:55:00.174" v="40" actId="14100"/>
      <pc:docMkLst>
        <pc:docMk/>
      </pc:docMkLst>
      <pc:sldChg chg="addSp delSp modSp mod">
        <pc:chgData name="riyashafi51@gmail.com" userId="991e8729d8c3d1d2" providerId="LiveId" clId="{A38002FE-CC5A-40DF-A274-022D0879FB98}" dt="2026-05-13T12:55:00.174" v="40" actId="14100"/>
        <pc:sldMkLst>
          <pc:docMk/>
          <pc:sldMk cId="4264977537" sldId="259"/>
        </pc:sldMkLst>
        <pc:spChg chg="add del mod">
          <ac:chgData name="riyashafi51@gmail.com" userId="991e8729d8c3d1d2" providerId="LiveId" clId="{A38002FE-CC5A-40DF-A274-022D0879FB98}" dt="2026-05-13T12:46:02.185" v="10" actId="931"/>
          <ac:spMkLst>
            <pc:docMk/>
            <pc:sldMk cId="4264977537" sldId="259"/>
            <ac:spMk id="3" creationId="{49456316-9F44-31DD-4B3A-B910A52B565C}"/>
          </ac:spMkLst>
        </pc:spChg>
        <pc:spChg chg="add del mod">
          <ac:chgData name="riyashafi51@gmail.com" userId="991e8729d8c3d1d2" providerId="LiveId" clId="{A38002FE-CC5A-40DF-A274-022D0879FB98}" dt="2026-05-13T12:48:47.306" v="16" actId="931"/>
          <ac:spMkLst>
            <pc:docMk/>
            <pc:sldMk cId="4264977537" sldId="259"/>
            <ac:spMk id="3" creationId="{94585E51-68E9-2656-80B3-73EB1E82DC87}"/>
          </ac:spMkLst>
        </pc:spChg>
        <pc:spChg chg="add del mod">
          <ac:chgData name="riyashafi51@gmail.com" userId="991e8729d8c3d1d2" providerId="LiveId" clId="{A38002FE-CC5A-40DF-A274-022D0879FB98}" dt="2026-05-13T12:52:11.817" v="25" actId="931"/>
          <ac:spMkLst>
            <pc:docMk/>
            <pc:sldMk cId="4264977537" sldId="259"/>
            <ac:spMk id="3" creationId="{A474126A-119E-8D3E-B9F4-215920344E43}"/>
          </ac:spMkLst>
        </pc:spChg>
        <pc:picChg chg="add mod ord">
          <ac:chgData name="riyashafi51@gmail.com" userId="991e8729d8c3d1d2" providerId="LiveId" clId="{A38002FE-CC5A-40DF-A274-022D0879FB98}" dt="2026-05-13T12:55:00.174" v="40" actId="14100"/>
          <ac:picMkLst>
            <pc:docMk/>
            <pc:sldMk cId="4264977537" sldId="259"/>
            <ac:picMk id="5" creationId="{8F383901-58B0-C66C-2176-1639627A621D}"/>
          </ac:picMkLst>
        </pc:picChg>
        <pc:picChg chg="add del mod ord">
          <ac:chgData name="riyashafi51@gmail.com" userId="991e8729d8c3d1d2" providerId="LiveId" clId="{A38002FE-CC5A-40DF-A274-022D0879FB98}" dt="2026-05-13T12:48:05.141" v="11" actId="478"/>
          <ac:picMkLst>
            <pc:docMk/>
            <pc:sldMk cId="4264977537" sldId="259"/>
            <ac:picMk id="5" creationId="{F1B2DF0E-D6E8-9D31-A628-0E464AAD134A}"/>
          </ac:picMkLst>
        </pc:picChg>
        <pc:picChg chg="add del mod ord">
          <ac:chgData name="riyashafi51@gmail.com" userId="991e8729d8c3d1d2" providerId="LiveId" clId="{A38002FE-CC5A-40DF-A274-022D0879FB98}" dt="2026-05-13T12:52:00.430" v="24" actId="478"/>
          <ac:picMkLst>
            <pc:docMk/>
            <pc:sldMk cId="4264977537" sldId="259"/>
            <ac:picMk id="6" creationId="{D4214936-F78C-46E2-10A2-3952C5B13F11}"/>
          </ac:picMkLst>
        </pc:picChg>
        <pc:picChg chg="del">
          <ac:chgData name="riyashafi51@gmail.com" userId="991e8729d8c3d1d2" providerId="LiveId" clId="{A38002FE-CC5A-40DF-A274-022D0879FB98}" dt="2026-05-13T12:45:50.014" v="9" actId="478"/>
          <ac:picMkLst>
            <pc:docMk/>
            <pc:sldMk cId="4264977537" sldId="259"/>
            <ac:picMk id="9" creationId="{6BF3D706-58B3-0C17-99E3-8AC297347508}"/>
          </ac:picMkLst>
        </pc:picChg>
      </pc:sldChg>
      <pc:sldChg chg="modSp mod">
        <pc:chgData name="riyashafi51@gmail.com" userId="991e8729d8c3d1d2" providerId="LiveId" clId="{A38002FE-CC5A-40DF-A274-022D0879FB98}" dt="2026-05-11T15:36:06.516" v="8" actId="1035"/>
        <pc:sldMkLst>
          <pc:docMk/>
          <pc:sldMk cId="2319046984" sldId="271"/>
        </pc:sldMkLst>
        <pc:spChg chg="mod">
          <ac:chgData name="riyashafi51@gmail.com" userId="991e8729d8c3d1d2" providerId="LiveId" clId="{A38002FE-CC5A-40DF-A274-022D0879FB98}" dt="2026-05-11T15:35:51.354" v="5" actId="1036"/>
          <ac:spMkLst>
            <pc:docMk/>
            <pc:sldMk cId="2319046984" sldId="271"/>
            <ac:spMk id="2" creationId="{00000000-0000-0000-0000-000000000000}"/>
          </ac:spMkLst>
        </pc:spChg>
        <pc:spChg chg="mod">
          <ac:chgData name="riyashafi51@gmail.com" userId="991e8729d8c3d1d2" providerId="LiveId" clId="{A38002FE-CC5A-40DF-A274-022D0879FB98}" dt="2026-05-11T15:36:06.516" v="8" actId="1035"/>
          <ac:spMkLst>
            <pc:docMk/>
            <pc:sldMk cId="2319046984" sldId="271"/>
            <ac:spMk id="5" creationId="{3C8F5DFE-D982-C07F-2148-E494E5DA748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5/13/2026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5/13/2026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5/13/2026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iyashafi5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296F-999A-4502-1DC8-A421623EB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3932" y="1772816"/>
            <a:ext cx="8735325" cy="1027659"/>
          </a:xfrm>
        </p:spPr>
        <p:txBody>
          <a:bodyPr>
            <a:noAutofit/>
          </a:bodyPr>
          <a:lstStyle/>
          <a:p>
            <a:pPr algn="ctr"/>
            <a:b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 SALES ANALYTICS DASHBOARD</a:t>
            </a:r>
            <a:endParaRPr lang="en-IN" sz="3200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9F6F8-D098-EC8A-257C-DC7ACB18D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9956" y="2664966"/>
            <a:ext cx="8735325" cy="1752600"/>
          </a:xfrm>
        </p:spPr>
        <p:txBody>
          <a:bodyPr>
            <a:noAutofit/>
          </a:bodyPr>
          <a:lstStyle/>
          <a:p>
            <a:pPr algn="ctr"/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Riya AM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riyashafi51@gmail.com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Microsoft Power BI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 Sales Dataset(Kaggle)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18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0C167-390F-D62A-8B91-AA77CFD1A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and Preparations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Insights and Findings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 Faced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 and Future Enhancement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sales trends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books, authors, and genres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price vs sales relationship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professional dashboard for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10360501" cy="453043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book sales information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Used:</a:t>
            </a:r>
          </a:p>
          <a:p>
            <a:pPr marL="1428590" lvl="3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Title</a:t>
            </a:r>
          </a:p>
          <a:p>
            <a:pPr marL="1428590" lvl="3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Author</a:t>
            </a:r>
          </a:p>
          <a:p>
            <a:pPr marL="1428590" lvl="3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 marL="1428590" lvl="3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Year</a:t>
            </a:r>
          </a:p>
          <a:p>
            <a:pPr marL="1428590" lvl="3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Sales </a:t>
            </a:r>
          </a:p>
          <a:p>
            <a:pPr marL="1428590" lvl="3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 Sold </a:t>
            </a:r>
          </a:p>
          <a:p>
            <a:pPr marL="1428590" lvl="3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Revenue </a:t>
            </a:r>
          </a:p>
          <a:p>
            <a:pPr marL="1428590" lvl="3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Book Rating </a:t>
            </a:r>
          </a:p>
          <a:p>
            <a:pPr marL="1428590" lvl="3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Range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590" lvl="3" indent="-514350">
              <a:buClr>
                <a:schemeClr val="tx1"/>
              </a:buClr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7A53B7-B5EE-605E-59E4-6783B277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868" y="620688"/>
            <a:ext cx="8735325" cy="88364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B07F999E-A835-8F8E-2083-FECA60C2D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868" y="1628800"/>
            <a:ext cx="8735325" cy="427288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Books are categorized by genres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varies across authors and publishers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 help understand customer preferences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range affects purchasing behavior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 year helps analyze sales trends over time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1EB01C-A3F2-E298-0EFA-8735950E3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blank and duplicate values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data types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for better understanding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KPI measures: </a:t>
            </a:r>
          </a:p>
          <a:p>
            <a:pPr lvl="4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</a:t>
            </a:r>
          </a:p>
          <a:p>
            <a:pPr lvl="4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</a:t>
            </a:r>
          </a:p>
          <a:p>
            <a:pPr lvl="4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  <a:r>
              <a:rPr lang="en-US" dirty="0"/>
              <a:t> </a:t>
            </a:r>
          </a:p>
          <a:p>
            <a:pPr lvl="4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Unit Sold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slicers and filters for interaction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383901-58B0-C66C-2176-1639627A6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0" y="0"/>
            <a:ext cx="12143085" cy="68133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3A96B8-5876-22AA-27F4-C2BF5821B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868" y="745157"/>
            <a:ext cx="8735325" cy="739627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727C941-1F66-0E7C-8606-D9F5ED886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868" y="1576339"/>
            <a:ext cx="8735325" cy="430093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genres generated more sales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rated books performed better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Mid-priced books sold more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authors contributed more revenue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changed across years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D2F68-ED5F-6D7B-11B4-7E7E2558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CA789-750B-9F72-F4B4-4AF4EC3C8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the dataset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visuals 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Aligning charts and slicers 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dashboard theme</a:t>
            </a:r>
          </a:p>
          <a:p>
            <a:pPr marL="0" indent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FFE1-1002-2E8A-D335-4F4A2991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04A06-40E6-7732-51FF-F120672BB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sales prediction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customer analysis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more advanced visuals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datasets </a:t>
            </a:r>
          </a:p>
        </p:txBody>
      </p:sp>
    </p:spTree>
    <p:extLst>
      <p:ext uri="{BB962C8B-B14F-4D97-AF65-F5344CB8AC3E}">
        <p14:creationId xmlns:p14="http://schemas.microsoft.com/office/powerpoint/2010/main" val="240105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5C0D0-6B53-66F3-ECD0-CEB0DEE8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82D6A-CBE3-D048-425D-708F750EB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759" y="764877"/>
            <a:ext cx="10360501" cy="12239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8F5DFE-D982-C07F-2148-E494E5DA7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758" y="1700808"/>
            <a:ext cx="10360501" cy="446227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helps understand book sales performance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visuals make analysis easier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helped create useful business insights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15F18-E95E-1C34-5799-84E7C420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2205037"/>
            <a:ext cx="10360501" cy="1223963"/>
          </a:xfrm>
        </p:spPr>
        <p:txBody>
          <a:bodyPr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6730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http://purl.org/dc/terms/"/>
    <ds:schemaRef ds:uri="http://purl.org/dc/dcmitype/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417</TotalTime>
  <Words>277</Words>
  <Application>Microsoft Office PowerPoint</Application>
  <PresentationFormat>Custom</PresentationFormat>
  <Paragraphs>74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Tech 16x9</vt:lpstr>
      <vt:lpstr>  BOOKS SALES ANALYTICS DASHBOARD</vt:lpstr>
      <vt:lpstr>INTRODUCTION</vt:lpstr>
      <vt:lpstr>Problem Statement</vt:lpstr>
      <vt:lpstr>Dataset Overview</vt:lpstr>
      <vt:lpstr>Data Understanding</vt:lpstr>
      <vt:lpstr>Data Cleaning &amp; Preparation</vt:lpstr>
      <vt:lpstr>PowerPoint Presentation</vt:lpstr>
      <vt:lpstr>Key Insights &amp; Findings</vt:lpstr>
      <vt:lpstr>Challenges Faced</vt:lpstr>
      <vt:lpstr>Future Improvements</vt:lpstr>
      <vt:lpstr>Tools Used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riyashafi51@gmail.com</dc:creator>
  <cp:lastModifiedBy>riyashafi51@gmail.com</cp:lastModifiedBy>
  <cp:revision>5</cp:revision>
  <dcterms:created xsi:type="dcterms:W3CDTF">2026-05-09T09:14:09Z</dcterms:created>
  <dcterms:modified xsi:type="dcterms:W3CDTF">2026-05-13T12:55:06Z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