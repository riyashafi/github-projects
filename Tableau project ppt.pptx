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7" r:id="rId7"/>
    <p:sldId id="272" r:id="rId8"/>
    <p:sldId id="270" r:id="rId9"/>
    <p:sldId id="259" r:id="rId10"/>
    <p:sldId id="261" r:id="rId11"/>
    <p:sldId id="262" r:id="rId12"/>
    <p:sldId id="263" r:id="rId13"/>
    <p:sldId id="271" r:id="rId14"/>
    <p:sldId id="273" r:id="rId15"/>
    <p:sldId id="265" r:id="rId16"/>
    <p:sldId id="274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iyashafi5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Marketing Analytics Dashboard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Riya AM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IN" sz="24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riyashafi51@gmail.com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Tableau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Sales &amp; Marketing Dataset(Kaggle)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 &amp; Findings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F887-ACC6-FE2E-D2DF-D5644299E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spending behaviour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customer churn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professional dashboard to support business decision-making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198-5DE1-23C4-2D48-FBFF960B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0531-EB2B-B310-AB6F-F1D22B754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15,000 customer records</a:t>
            </a: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sales and marketing information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Used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Channel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Type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Date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Score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</a:p>
        </p:txBody>
      </p:sp>
    </p:spTree>
    <p:extLst>
      <p:ext uri="{BB962C8B-B14F-4D97-AF65-F5344CB8AC3E}">
        <p14:creationId xmlns:p14="http://schemas.microsoft.com/office/powerpoint/2010/main" val="132044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belong to different countries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 influences customer activity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score helps measure customer experience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identifies customers who stopped using the service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6C4FE0-7E49-1B2B-5BAA-168093E04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values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KPI calculations:</a:t>
            </a:r>
          </a:p>
          <a:p>
            <a:pPr lvl="6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 </a:t>
            </a:r>
          </a:p>
          <a:p>
            <a:pPr lvl="6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lvl="6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</a:t>
            </a:r>
          </a:p>
          <a:p>
            <a:pPr lvl="6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interactive filters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055921-DB98-2361-91FC-4275FD5ED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116632"/>
            <a:ext cx="11950427" cy="6624736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0BB49-FF52-8E24-2187-889628618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and the USA generated high revenue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channels contribute differently to revenue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is generally high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is approximately 15%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F922-103F-9EE8-A614-8167D931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6B40-E3BB-7E34-EB78-9AC5D8A99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preparing the dataset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suitable visualizations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balanced dashboard layout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interactive filters</a:t>
            </a: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C1898F-3565-1D8B-6EC1-AFF31D1DB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sales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revenue forecasting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KPIs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more advanced visuals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90E1-7C3F-B45B-4A26-8E8DC047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2ED3F-E350-4C4C-135A-183DA505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82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F5D1-1553-E1EC-9466-80CF04AF7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behaviour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marketing strategies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4047-4D25-B04E-E389-9305CA1A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1916832"/>
            <a:ext cx="10360501" cy="1223963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6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49</TotalTime>
  <Words>255</Words>
  <Application>Microsoft Office PowerPoint</Application>
  <PresentationFormat>Custom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Tech 16x9</vt:lpstr>
      <vt:lpstr>Customer &amp; Marketing Analytics Dashboard</vt:lpstr>
      <vt:lpstr>INTRODUCTION</vt:lpstr>
      <vt:lpstr>Problem Statement</vt:lpstr>
      <vt:lpstr>Dataset Overview</vt:lpstr>
      <vt:lpstr>Data Understanding</vt:lpstr>
      <vt:lpstr>Data Cleaning &amp; Preparation</vt:lpstr>
      <vt:lpstr>PowerPoint Presentation</vt:lpstr>
      <vt:lpstr>Key Insights &amp; Findings</vt:lpstr>
      <vt:lpstr>Challenges Faced</vt:lpstr>
      <vt:lpstr>Future Improvements</vt:lpstr>
      <vt:lpstr>Tools Used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riyashafi51@gmail.com</dc:creator>
  <cp:lastModifiedBy>Riya AM</cp:lastModifiedBy>
  <cp:revision>4</cp:revision>
  <dcterms:created xsi:type="dcterms:W3CDTF">2026-07-09T15:50:27Z</dcterms:created>
  <dcterms:modified xsi:type="dcterms:W3CDTF">2026-10-05T14:55:29Z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