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handoutMasterIdLst>
    <p:handoutMasterId r:id="rId19"/>
  </p:handoutMasterIdLst>
  <p:sldIdLst>
    <p:sldId id="257" r:id="rId5"/>
    <p:sldId id="268" r:id="rId6"/>
    <p:sldId id="267" r:id="rId7"/>
    <p:sldId id="272" r:id="rId8"/>
    <p:sldId id="270" r:id="rId9"/>
    <p:sldId id="259" r:id="rId10"/>
    <p:sldId id="261" r:id="rId11"/>
    <p:sldId id="262" r:id="rId12"/>
    <p:sldId id="263" r:id="rId13"/>
    <p:sldId id="271" r:id="rId14"/>
    <p:sldId id="273" r:id="rId15"/>
    <p:sldId id="265" r:id="rId16"/>
    <p:sldId id="274" r:id="rId1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82" d="100"/>
          <a:sy n="82" d="100"/>
        </p:scale>
        <p:origin x="720" y="7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7/14/2026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7/14/2026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2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7/14/2026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7/14/2026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riyashafi51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Sales Analytics Dashboard</a:t>
            </a:r>
            <a:endParaRPr lang="en-US" sz="3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Riya AM</a:t>
            </a:r>
            <a:b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  <a:r>
              <a:rPr lang="en-IN" sz="2400" b="1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riyashafi51@gmail.com</a:t>
            </a:r>
            <a:r>
              <a:rPr lang="en-IN" sz="2400" cap="non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 Used: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Tableau</a:t>
            </a:r>
            <a:b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Source: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Customer Sales &amp; Marketing Dataset(Kaggle)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Dataset Overview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Preparation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Insights &amp; Findings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6F887-ACC6-FE2E-D2DF-D5644299E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customer spending behaviour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high-value customers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customer churn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professional dashboard to support business decision-making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4811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8198-5DE1-23C4-2D48-FBFF960B9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A0531-EB2B-B310-AB6F-F1D22B754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</a:t>
            </a:r>
            <a:r>
              <a:rPr lang="en-IN" sz="6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15,000 customer records</a:t>
            </a: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sales and marketing information</a:t>
            </a:r>
          </a:p>
          <a:p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Used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ID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Country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Acquisition Channel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Subscription Type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Type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Signup Date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Order Value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Lifetime Value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Satisfaction Score </a:t>
            </a:r>
          </a:p>
          <a:p>
            <a:pPr lvl="3">
              <a:buFont typeface="Wingdings" panose="05000000000000000000" pitchFamily="2" charset="2"/>
              <a:buChar char="v"/>
            </a:pPr>
            <a:r>
              <a:rPr lang="en-IN" sz="6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</a:t>
            </a:r>
          </a:p>
        </p:txBody>
      </p:sp>
    </p:spTree>
    <p:extLst>
      <p:ext uri="{BB962C8B-B14F-4D97-AF65-F5344CB8AC3E}">
        <p14:creationId xmlns:p14="http://schemas.microsoft.com/office/powerpoint/2010/main" val="132044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belong to different countries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type influences customer activity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Satisfaction score helps measure customer experience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 identifies customers who stopped using the service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18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Preparation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6C4FE0-7E49-1B2B-5BAA-168093E04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for missing values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duplicate records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Corrected data types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KPI calculations: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Customers 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Order Value </a:t>
            </a:r>
          </a:p>
          <a:p>
            <a:pPr lvl="6"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 Rate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interactive filters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977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6055921-DB98-2361-91FC-4275FD5ED5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48" y="116632"/>
            <a:ext cx="11950427" cy="6624736"/>
          </a:xfrm>
          <a:prstGeom prst="rect">
            <a:avLst/>
          </a:prstGeom>
          <a:noFill/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672039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Findings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00BB49-FF52-8E24-2187-889628618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India and the USA generated high revenue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Marketing channels contribute differently to revenue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satisfaction is generally high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Churn rate is approximately 15%</a:t>
            </a:r>
          </a:p>
        </p:txBody>
      </p:sp>
    </p:spTree>
    <p:extLst>
      <p:ext uri="{BB962C8B-B14F-4D97-AF65-F5344CB8AC3E}">
        <p14:creationId xmlns:p14="http://schemas.microsoft.com/office/powerpoint/2010/main" val="397710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BF922-103F-9EE8-A614-8167D931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66B40-E3BB-7E34-EB78-9AC5D8A99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 and preparing the dataset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Choosing suitable visualizations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Designing a balanced dashboard layout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Implementing interactive filters</a:t>
            </a:r>
          </a:p>
        </p:txBody>
      </p:sp>
    </p:spTree>
    <p:extLst>
      <p:ext uri="{BB962C8B-B14F-4D97-AF65-F5344CB8AC3E}">
        <p14:creationId xmlns:p14="http://schemas.microsoft.com/office/powerpoint/2010/main" val="1405850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C1898F-3565-1D8B-6EC1-AFF31D1DB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predictive sales analysis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 revenue forecasting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more KPIs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more advanced visuals</a:t>
            </a:r>
          </a:p>
        </p:txBody>
      </p:sp>
    </p:spTree>
    <p:extLst>
      <p:ext uri="{BB962C8B-B14F-4D97-AF65-F5344CB8AC3E}">
        <p14:creationId xmlns:p14="http://schemas.microsoft.com/office/powerpoint/2010/main" val="2319046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90E1-7C3F-B45B-4A26-8E8DC0479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2ED3F-E350-4C4C-135A-183DA5056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Tableau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 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822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53F5D1-1553-E1EC-9466-80CF04AF7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customer behaviour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Improve marketing strategies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data-driven decisions</a:t>
            </a:r>
          </a:p>
        </p:txBody>
      </p:sp>
    </p:spTree>
    <p:extLst>
      <p:ext uri="{BB962C8B-B14F-4D97-AF65-F5344CB8AC3E}">
        <p14:creationId xmlns:p14="http://schemas.microsoft.com/office/powerpoint/2010/main" val="3480339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34047-4D25-B04E-E389-9305CA1AE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1916832"/>
            <a:ext cx="10360501" cy="1223963"/>
          </a:xfrm>
        </p:spPr>
        <p:txBody>
          <a:bodyPr/>
          <a:lstStyle/>
          <a:p>
            <a:pPr algn="ctr"/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36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49</TotalTime>
  <Words>254</Words>
  <Application>Microsoft Office PowerPoint</Application>
  <PresentationFormat>Custom</PresentationFormat>
  <Paragraphs>71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Times New Roman</vt:lpstr>
      <vt:lpstr>Wingdings</vt:lpstr>
      <vt:lpstr>Tech 16x9</vt:lpstr>
      <vt:lpstr>Customer Sales Analytics Dashboard</vt:lpstr>
      <vt:lpstr>INTRODUCTION</vt:lpstr>
      <vt:lpstr>Problem Statement</vt:lpstr>
      <vt:lpstr>Dataset Overview</vt:lpstr>
      <vt:lpstr>Data Understanding</vt:lpstr>
      <vt:lpstr>Data Cleaning &amp; Preparation</vt:lpstr>
      <vt:lpstr>PowerPoint Presentation</vt:lpstr>
      <vt:lpstr>Key Insights &amp; Findings</vt:lpstr>
      <vt:lpstr>Challenges Faced</vt:lpstr>
      <vt:lpstr>Future Improvements</vt:lpstr>
      <vt:lpstr>Tools Used</vt:lpstr>
      <vt:lpstr>Conclusion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riyashafi51@gmail.com</dc:creator>
  <cp:lastModifiedBy>riyashafi51@gmail.com</cp:lastModifiedBy>
  <cp:revision>3</cp:revision>
  <dcterms:created xsi:type="dcterms:W3CDTF">2026-07-09T15:50:27Z</dcterms:created>
  <dcterms:modified xsi:type="dcterms:W3CDTF">2026-07-14T15:13:59Z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